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5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2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57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5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4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59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66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54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8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64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8592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03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4969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09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15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6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79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Block Breaker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explains the Block Breaker game</a:t>
            </a:r>
          </a:p>
          <a:p>
            <a:r>
              <a:t>step by step using simple Python code blocks.</a:t>
            </a:r>
          </a:p>
          <a:p>
            <a:endParaRPr/>
          </a:p>
          <a:p>
            <a:r>
              <a:t>Audience: Beginners who know only basic Python.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Control the paddle using keyboard</a:t>
            </a:r>
          </a:p>
          <a:p>
            <a:r>
              <a:t>• Bounce the ball upward</a:t>
            </a:r>
          </a:p>
          <a:p>
            <a:r>
              <a:t>• Break blocks to score points</a:t>
            </a:r>
          </a:p>
          <a:p>
            <a:r>
              <a:t>• Game ends when ball falls down</a:t>
            </a:r>
          </a:p>
          <a:p>
            <a:endParaRPr/>
          </a:p>
          <a:p>
            <a:r>
              <a:t>This is a logic + GUI based game.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Importing Tkinter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import tkinter as tk</a:t>
            </a:r>
          </a:p>
          <a:p>
            <a:endParaRPr/>
          </a:p>
          <a:p>
            <a:r>
              <a:t>Explanation:</a:t>
            </a:r>
          </a:p>
          <a:p>
            <a:r>
              <a:t>• tkinter is Python's GUI library</a:t>
            </a:r>
          </a:p>
          <a:p>
            <a:r>
              <a:t>• Used to create window, canvas, shapes</a:t>
            </a:r>
          </a:p>
          <a:p>
            <a:r>
              <a:t>• Without tkinter, no game window appears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the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root = tk.Tk()</a:t>
            </a:r>
          </a:p>
          <a:p>
            <a:r>
              <a:t>root.title('Block Breaker')</a:t>
            </a:r>
          </a:p>
          <a:p>
            <a:endParaRPr/>
          </a:p>
          <a:p>
            <a:r>
              <a:t>Explanation:</a:t>
            </a:r>
          </a:p>
          <a:p>
            <a:r>
              <a:t>• Tk() creates the main window</a:t>
            </a:r>
          </a:p>
          <a:p>
            <a:r>
              <a:t>• title() gives name to the window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Canvas – Game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canvas = tk.Canvas(root, width=500, height=400)</a:t>
            </a:r>
          </a:p>
          <a:p>
            <a:r>
              <a:t>canvas.pack()</a:t>
            </a:r>
          </a:p>
          <a:p>
            <a:endParaRPr/>
          </a:p>
          <a:p>
            <a:r>
              <a:t>Explanation:</a:t>
            </a:r>
          </a:p>
          <a:p>
            <a:r>
              <a:t>• Canvas is the playground</a:t>
            </a:r>
          </a:p>
          <a:p>
            <a:r>
              <a:t>• All objects are drawn here</a:t>
            </a:r>
          </a:p>
          <a:p>
            <a:r>
              <a:t>• Think of canvas as a blackboard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the Paddle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canvas.create_rectangle(200, 360, 300, 375)</a:t>
            </a:r>
          </a:p>
          <a:p>
            <a:endParaRPr/>
          </a:p>
          <a:p>
            <a:r>
              <a:t>Explanation:</a:t>
            </a:r>
          </a:p>
          <a:p>
            <a:r>
              <a:t>• Rectangle shape</a:t>
            </a:r>
          </a:p>
          <a:p>
            <a:r>
              <a:t>• Placed at bottom</a:t>
            </a:r>
          </a:p>
          <a:p>
            <a:r>
              <a:t>• Controlled by player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Paddle Movement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canvas.move(paddle, -20, 0)</a:t>
            </a:r>
          </a:p>
          <a:p>
            <a:endParaRPr/>
          </a:p>
          <a:p>
            <a:r>
              <a:t>Explanation:</a:t>
            </a:r>
          </a:p>
          <a:p>
            <a:r>
              <a:t>• move() changes position</a:t>
            </a:r>
          </a:p>
          <a:p>
            <a:r>
              <a:t>• -20 → move left</a:t>
            </a:r>
          </a:p>
          <a:p>
            <a:r>
              <a:t>• 0 → no up/down movement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the Ball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canvas.create_oval(240, 180, 260, 200)</a:t>
            </a:r>
          </a:p>
          <a:p>
            <a:r>
              <a:t>dx = 4, dy = -4</a:t>
            </a:r>
          </a:p>
          <a:p>
            <a:endParaRPr/>
          </a:p>
          <a:p>
            <a:r>
              <a:t>Explanation:</a:t>
            </a:r>
          </a:p>
          <a:p>
            <a:r>
              <a:t>• Oval creates a circle</a:t>
            </a:r>
          </a:p>
          <a:p>
            <a:r>
              <a:t>• dx = horizontal speed</a:t>
            </a:r>
          </a:p>
          <a:p>
            <a:r>
              <a:t>• dy = vertical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Bricks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for i in range(5):</a:t>
            </a:r>
          </a:p>
          <a:p>
            <a:r>
              <a:t>    create brick</a:t>
            </a:r>
          </a:p>
          <a:p>
            <a:endParaRPr/>
          </a:p>
          <a:p>
            <a:r>
              <a:t>Explanation:</a:t>
            </a:r>
          </a:p>
          <a:p>
            <a:r>
              <a:t>• Loop creates multiple bricks</a:t>
            </a:r>
          </a:p>
          <a:p>
            <a:r>
              <a:t>• Stored in list</a:t>
            </a:r>
          </a:p>
          <a:p>
            <a:r>
              <a:t>• Easy to remove later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Loop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root.after(20, game)</a:t>
            </a:r>
          </a:p>
          <a:p>
            <a:endParaRPr/>
          </a:p>
          <a:p>
            <a:r>
              <a:t>Explanation:</a:t>
            </a:r>
          </a:p>
          <a:p>
            <a:r>
              <a:t>• Runs game() repeatedly</a:t>
            </a:r>
          </a:p>
          <a:p>
            <a:r>
              <a:t>• 20 milliseconds delay</a:t>
            </a:r>
          </a:p>
          <a:p>
            <a:r>
              <a:t>• Creates animation effect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Collision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Logic:</a:t>
            </a:r>
          </a:p>
          <a:p>
            <a:r>
              <a:t>• Ball hits wall → reverse direction</a:t>
            </a:r>
          </a:p>
          <a:p>
            <a:r>
              <a:t>• Ball hits paddle → bounce up</a:t>
            </a:r>
          </a:p>
          <a:p>
            <a:r>
              <a:t>• Ball hits brick → remove brick</a:t>
            </a:r>
          </a:p>
          <a:p>
            <a:endParaRPr/>
          </a:p>
          <a:p>
            <a:r>
              <a:t>Coordinates are compared to detect collision.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score += 1</a:t>
            </a:r>
          </a:p>
          <a:p>
            <a:endParaRPr/>
          </a:p>
          <a:p>
            <a:r>
              <a:t>Explanation:</a:t>
            </a:r>
          </a:p>
          <a:p>
            <a:r>
              <a:t>• Score starts from 0</a:t>
            </a:r>
          </a:p>
          <a:p>
            <a:r>
              <a:t>• Each brick gives 1 point</a:t>
            </a:r>
          </a:p>
          <a:p>
            <a:r>
              <a:t>• Score shown on screen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Over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</a:t>
            </a:r>
          </a:p>
          <a:p>
            <a:r>
              <a:t>if ball goes below screen</a:t>
            </a:r>
          </a:p>
          <a:p>
            <a:r>
              <a:t>    GAME OVER</a:t>
            </a:r>
          </a:p>
          <a:p>
            <a:endParaRPr/>
          </a:p>
          <a:p>
            <a:r>
              <a:t>Explanation:</a:t>
            </a:r>
          </a:p>
          <a:p>
            <a:r>
              <a:t>• Ball missed paddle</a:t>
            </a:r>
          </a:p>
          <a:p>
            <a:r>
              <a:t>• Game stops</a:t>
            </a:r>
          </a:p>
          <a:p>
            <a:r>
              <a:t>• Message displayed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Tkinter basics</a:t>
            </a:r>
          </a:p>
          <a:p>
            <a:r>
              <a:t>• Learned canvas drawing</a:t>
            </a:r>
          </a:p>
          <a:p>
            <a:r>
              <a:t>• Learned loops and conditions</a:t>
            </a:r>
          </a:p>
          <a:p>
            <a:r>
              <a:t>• Learned basic game logic</a:t>
            </a:r>
          </a:p>
          <a:p>
            <a:endParaRPr/>
          </a:p>
          <a:p>
            <a:r>
              <a:t>This is the base for bigger games.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459</Words>
  <Application>Microsoft Office PowerPoint</Application>
  <PresentationFormat>On-screen Show (4:3)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Slice</vt:lpstr>
      <vt:lpstr>Mini Block Breaker – Overview</vt:lpstr>
      <vt:lpstr>Game Objective</vt:lpstr>
      <vt:lpstr>Importing Tkinter</vt:lpstr>
      <vt:lpstr>Creating the Window</vt:lpstr>
      <vt:lpstr>Canvas – Game Area</vt:lpstr>
      <vt:lpstr>Creating the Paddle</vt:lpstr>
      <vt:lpstr>Paddle Movement Logic</vt:lpstr>
      <vt:lpstr>Creating the Ball</vt:lpstr>
      <vt:lpstr>Bricks Creation</vt:lpstr>
      <vt:lpstr>Game Loop Concept</vt:lpstr>
      <vt:lpstr>Collision Detection</vt:lpstr>
      <vt:lpstr>Score System</vt:lpstr>
      <vt:lpstr>Game Over Logic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_</cp:lastModifiedBy>
  <cp:revision>2</cp:revision>
  <dcterms:created xsi:type="dcterms:W3CDTF">2013-01-27T09:14:16Z</dcterms:created>
  <dcterms:modified xsi:type="dcterms:W3CDTF">2025-12-31T04:44:18Z</dcterms:modified>
  <cp:category/>
</cp:coreProperties>
</file>